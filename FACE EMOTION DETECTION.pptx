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211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11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93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57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878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857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68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329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02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72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109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397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7268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9661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771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989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56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8BC7FD6-759E-4368-962D-71DC8282E0A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FAD3A1A-4B9A-4514-83D2-DCE9DAD33D0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4784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D43F9-09B5-51DE-6F54-CC752C46F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121" y="946899"/>
            <a:ext cx="6815669" cy="1515533"/>
          </a:xfrm>
        </p:spPr>
        <p:txBody>
          <a:bodyPr>
            <a:normAutofit fontScale="90000"/>
          </a:bodyPr>
          <a:lstStyle/>
          <a:p>
            <a:r>
              <a:rPr lang="en-IN" dirty="0"/>
              <a:t>FACE EMOTION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56D22-7B8D-97A7-99EB-12B2E145BA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5151" y="3012102"/>
            <a:ext cx="9144000" cy="1655762"/>
          </a:xfrm>
        </p:spPr>
        <p:txBody>
          <a:bodyPr>
            <a:normAutofit fontScale="92500" lnSpcReduction="20000"/>
          </a:bodyPr>
          <a:lstStyle/>
          <a:p>
            <a:r>
              <a:rPr lang="en-IN" sz="4000" dirty="0"/>
              <a:t>Using python and deep face</a:t>
            </a:r>
          </a:p>
          <a:p>
            <a:endParaRPr lang="en-IN" dirty="0"/>
          </a:p>
          <a:p>
            <a:r>
              <a:rPr lang="en-IN" sz="1900" dirty="0"/>
              <a:t>PRESENTED BY :</a:t>
            </a:r>
          </a:p>
          <a:p>
            <a:r>
              <a:rPr lang="en-IN" sz="1900" dirty="0"/>
              <a:t>K. S. Noor mohammad</a:t>
            </a:r>
          </a:p>
        </p:txBody>
      </p:sp>
    </p:spTree>
    <p:extLst>
      <p:ext uri="{BB962C8B-B14F-4D97-AF65-F5344CB8AC3E}">
        <p14:creationId xmlns:p14="http://schemas.microsoft.com/office/powerpoint/2010/main" val="4115101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A1BA5-CA20-D853-3463-2C94528C9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819" y="374957"/>
            <a:ext cx="10515600" cy="1325563"/>
          </a:xfrm>
        </p:spPr>
        <p:txBody>
          <a:bodyPr/>
          <a:lstStyle/>
          <a:p>
            <a:r>
              <a:rPr lang="en-US" u="sng" dirty="0"/>
              <a:t>Introduction to Face Emotion Detection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6F7F2-DAD2-5E60-C2BE-81F1FCD4E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>
                <a:latin typeface="Arial Narrow" panose="020B0606020202030204" pitchFamily="34" charset="0"/>
              </a:rPr>
              <a:t>Face Emotion Detection is an </a:t>
            </a:r>
            <a:r>
              <a:rPr lang="en-US" sz="2000" b="1" dirty="0">
                <a:latin typeface="Arial Narrow" panose="020B0606020202030204" pitchFamily="34" charset="0"/>
              </a:rPr>
              <a:t>Artificial Intelligence–based technology</a:t>
            </a:r>
            <a:r>
              <a:rPr lang="en-US" sz="2000" dirty="0">
                <a:latin typeface="Arial Narrow" panose="020B0606020202030204" pitchFamily="34" charset="0"/>
              </a:rPr>
              <a:t> that identifies human emotions by analyzing facial expressions. It uses </a:t>
            </a:r>
            <a:r>
              <a:rPr lang="en-US" sz="2000" b="1" dirty="0">
                <a:latin typeface="Arial Narrow" panose="020B0606020202030204" pitchFamily="34" charset="0"/>
              </a:rPr>
              <a:t>computer vision and machine learning techniques</a:t>
            </a:r>
            <a:r>
              <a:rPr lang="en-US" sz="2000" dirty="0">
                <a:latin typeface="Arial Narrow" panose="020B0606020202030204" pitchFamily="34" charset="0"/>
              </a:rPr>
              <a:t> to detect emotions such as happiness, sadness, anger, fear, surprise, and neutrality from facial images or video streams.</a:t>
            </a:r>
            <a:br>
              <a:rPr lang="en-US" sz="2000" dirty="0">
                <a:latin typeface="Arial Narrow" panose="020B0606020202030204" pitchFamily="34" charset="0"/>
              </a:rPr>
            </a:br>
            <a:r>
              <a:rPr lang="en-US" sz="2000" dirty="0">
                <a:latin typeface="Arial Narrow" panose="020B0606020202030204" pitchFamily="34" charset="0"/>
              </a:rPr>
              <a:t>This system first detects a human face, extracts important facial features like eyes, eyebrows, mouth movements, and then classifies the emotion using trained models such as </a:t>
            </a:r>
            <a:r>
              <a:rPr lang="en-US" sz="2000" b="1" dirty="0">
                <a:latin typeface="Arial Narrow" panose="020B0606020202030204" pitchFamily="34" charset="0"/>
              </a:rPr>
              <a:t>deep neural networks</a:t>
            </a:r>
            <a:r>
              <a:rPr lang="en-US" sz="2000" dirty="0">
                <a:latin typeface="Arial Narrow" panose="020B0606020202030204" pitchFamily="34" charset="0"/>
              </a:rPr>
              <a:t>. Face Emotion Detection plays a vital role in improving human–computer interaction by enabling machines to understand human feelings.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45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5E50-825C-50C5-A84B-22CD7F446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✅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C84DE-14D7-EA70-A53A-B96D449BBE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73161"/>
            <a:ext cx="10131425" cy="3008671"/>
          </a:xfrm>
        </p:spPr>
        <p:txBody>
          <a:bodyPr/>
          <a:lstStyle/>
          <a:p>
            <a:r>
              <a:rPr lang="en-US" dirty="0"/>
              <a:t>Python</a:t>
            </a:r>
          </a:p>
          <a:p>
            <a:r>
              <a:rPr lang="en-US" dirty="0"/>
              <a:t>OpenCV</a:t>
            </a:r>
          </a:p>
          <a:p>
            <a:r>
              <a:rPr lang="en-US" dirty="0"/>
              <a:t>Machine Learning</a:t>
            </a:r>
          </a:p>
          <a:p>
            <a:r>
              <a:rPr lang="en-US" dirty="0"/>
              <a:t>Deep Learning (CNN)</a:t>
            </a:r>
          </a:p>
          <a:p>
            <a:r>
              <a:rPr lang="en-US" dirty="0"/>
              <a:t>TensorFlow / </a:t>
            </a:r>
            <a:r>
              <a:rPr lang="en-US" dirty="0" err="1"/>
              <a:t>Keras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555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84B70-9970-0098-6739-F35C0684D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Face detection ---|---</a:t>
            </a:r>
          </a:p>
        </p:txBody>
      </p:sp>
      <p:pic>
        <p:nvPicPr>
          <p:cNvPr id="5" name="Content Placeholder 4" descr="A collage of a person's face&#10;&#10;AI-generated content may be incorrect.">
            <a:extLst>
              <a:ext uri="{FF2B5EF4-FFF2-40B4-BE49-F238E27FC236}">
                <a16:creationId xmlns:a16="http://schemas.microsoft.com/office/drawing/2014/main" id="{D2F87229-8CEB-CED7-8F7D-6F6CA7830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3264" y="2141538"/>
            <a:ext cx="3676497" cy="3649662"/>
          </a:xfrm>
        </p:spPr>
      </p:pic>
    </p:spTree>
    <p:extLst>
      <p:ext uri="{BB962C8B-B14F-4D97-AF65-F5344CB8AC3E}">
        <p14:creationId xmlns:p14="http://schemas.microsoft.com/office/powerpoint/2010/main" val="646780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0124-A533-3424-D80E-4C75EA7F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u="sng" dirty="0"/>
              <a:t>🔹 Important Points of Face Emotion Detection</a:t>
            </a:r>
            <a:br>
              <a:rPr lang="en-IN" b="1" u="sng" dirty="0"/>
            </a:br>
            <a:br>
              <a:rPr lang="en-IN" b="1" u="sng" dirty="0"/>
            </a:b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8AAE0-5C82-7F36-F470-62FAF5FCA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38865"/>
            <a:ext cx="10131425" cy="3932903"/>
          </a:xfrm>
        </p:spPr>
        <p:txBody>
          <a:bodyPr>
            <a:normAutofit/>
          </a:bodyPr>
          <a:lstStyle/>
          <a:p>
            <a:r>
              <a:rPr lang="en-US" b="1" dirty="0"/>
              <a:t> Key Emotions Detected</a:t>
            </a:r>
          </a:p>
          <a:p>
            <a:r>
              <a:rPr lang="en-US" dirty="0"/>
              <a:t>Happy</a:t>
            </a:r>
          </a:p>
          <a:p>
            <a:r>
              <a:rPr lang="en-US" dirty="0"/>
              <a:t>Sad</a:t>
            </a:r>
          </a:p>
          <a:p>
            <a:r>
              <a:rPr lang="en-US" dirty="0"/>
              <a:t>Angry</a:t>
            </a:r>
          </a:p>
          <a:p>
            <a:r>
              <a:rPr lang="en-US" dirty="0"/>
              <a:t>Fear</a:t>
            </a:r>
          </a:p>
          <a:p>
            <a:r>
              <a:rPr lang="en-US" dirty="0"/>
              <a:t>Surprise</a:t>
            </a:r>
          </a:p>
          <a:p>
            <a:r>
              <a:rPr lang="en-US" dirty="0"/>
              <a:t>Neutral</a:t>
            </a:r>
          </a:p>
          <a:p>
            <a:r>
              <a:rPr lang="en-US" dirty="0"/>
              <a:t>Disgust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7870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6134C-6944-1F03-673F-108DB5473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🔹 Face Emotion Detection – Working</a:t>
            </a: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D8AE5-76D5-62FB-FA79-E4D8AB96E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89471"/>
            <a:ext cx="10131425" cy="1927123"/>
          </a:xfrm>
        </p:spPr>
        <p:txBody>
          <a:bodyPr>
            <a:normAutofit/>
          </a:bodyPr>
          <a:lstStyle/>
          <a:p>
            <a:r>
              <a:rPr lang="en-US" sz="2000" dirty="0"/>
              <a:t>Face Emotion Detection is a project that </a:t>
            </a:r>
            <a:r>
              <a:rPr lang="en-US" sz="2000" b="1" dirty="0"/>
              <a:t>detects human emotions from facial expressions</a:t>
            </a:r>
            <a:r>
              <a:rPr lang="en-US" sz="2000" dirty="0"/>
              <a:t> using a camera or image.</a:t>
            </a:r>
            <a:br>
              <a:rPr lang="en-US" sz="2000" dirty="0"/>
            </a:br>
            <a:r>
              <a:rPr lang="en-US" sz="2000" dirty="0"/>
              <a:t>It mainly uses </a:t>
            </a:r>
            <a:r>
              <a:rPr lang="en-US" sz="2000" b="1" dirty="0"/>
              <a:t>Python libraries for detection and prediction</a:t>
            </a:r>
            <a:r>
              <a:rPr lang="en-US" sz="2000" dirty="0"/>
              <a:t>, and </a:t>
            </a:r>
            <a:r>
              <a:rPr lang="en-US" sz="2000" b="1" dirty="0"/>
              <a:t>HTML</a:t>
            </a:r>
            <a:r>
              <a:rPr lang="en-US" sz="2000" dirty="0"/>
              <a:t> to display results on a web page.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8947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EF88C-283B-1381-FBA0-A10E0A7E8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STEP BY STEP PROCES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F0BB5-00BF-070E-45F5-4F1CFC413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Step 1: Capture Face Image</a:t>
            </a:r>
          </a:p>
          <a:p>
            <a:r>
              <a:rPr lang="en-US" dirty="0"/>
              <a:t>A </a:t>
            </a:r>
            <a:r>
              <a:rPr lang="en-US" b="1" dirty="0"/>
              <a:t>webcam or image</a:t>
            </a:r>
            <a:r>
              <a:rPr lang="en-US" dirty="0"/>
              <a:t> is used to capture a person’s face.</a:t>
            </a:r>
          </a:p>
          <a:p>
            <a:r>
              <a:rPr lang="en-US" dirty="0"/>
              <a:t>Python uses </a:t>
            </a:r>
            <a:r>
              <a:rPr lang="en-US" b="1" dirty="0"/>
              <a:t>OpenCV</a:t>
            </a:r>
            <a:r>
              <a:rPr lang="en-US" dirty="0"/>
              <a:t> to access the camera and read video frames.</a:t>
            </a:r>
          </a:p>
          <a:p>
            <a:r>
              <a:rPr lang="en-US" b="1" dirty="0"/>
              <a:t>Python Library Used:</a:t>
            </a:r>
            <a:br>
              <a:rPr lang="en-US" dirty="0"/>
            </a:br>
            <a:r>
              <a:rPr lang="en-US" dirty="0" err="1"/>
              <a:t>opencv</a:t>
            </a:r>
            <a:r>
              <a:rPr lang="en-US" dirty="0"/>
              <a:t>-python</a:t>
            </a:r>
          </a:p>
          <a:p>
            <a:r>
              <a:rPr lang="en-US" b="1" dirty="0"/>
              <a:t>Step 2: Face Detection</a:t>
            </a:r>
          </a:p>
          <a:p>
            <a:r>
              <a:rPr lang="en-US" dirty="0"/>
              <a:t>The captured image is converted to </a:t>
            </a:r>
            <a:r>
              <a:rPr lang="en-US" b="1" dirty="0"/>
              <a:t>grayscale</a:t>
            </a:r>
            <a:r>
              <a:rPr lang="en-US" dirty="0"/>
              <a:t>.</a:t>
            </a:r>
          </a:p>
          <a:p>
            <a:r>
              <a:rPr lang="en-US" dirty="0"/>
              <a:t>A </a:t>
            </a:r>
            <a:r>
              <a:rPr lang="en-US" b="1" dirty="0"/>
              <a:t>face detection algorithm (Haar Cascade or CNN)</a:t>
            </a:r>
            <a:r>
              <a:rPr lang="en-US" dirty="0"/>
              <a:t> detects the face region.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349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8661-18A6-5D95-FCA8-25380A2C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Step 3: Feature Extraction :</a:t>
            </a:r>
            <a:br>
              <a:rPr lang="en-US" b="1" u="sng" dirty="0"/>
            </a:br>
            <a:endParaRPr lang="en-IN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23420-F143-D275-77C8-5DCC86987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Facial features like </a:t>
            </a:r>
            <a:r>
              <a:rPr lang="en-US" sz="2000" b="1" dirty="0"/>
              <a:t>eyes, mouth, eyebrows</a:t>
            </a:r>
            <a:r>
              <a:rPr lang="en-US" sz="2000" dirty="0"/>
              <a:t> are extracted.</a:t>
            </a:r>
          </a:p>
          <a:p>
            <a:r>
              <a:rPr lang="en-US" sz="2000" dirty="0"/>
              <a:t>These features represent expressions such as smiling or frowning.</a:t>
            </a:r>
          </a:p>
          <a:p>
            <a:r>
              <a:rPr lang="en-US" sz="2000" b="1" dirty="0"/>
              <a:t>Emotion Classification</a:t>
            </a:r>
          </a:p>
          <a:p>
            <a:r>
              <a:rPr lang="en-US" sz="2000" dirty="0"/>
              <a:t>The detected face is passed to a </a:t>
            </a:r>
            <a:r>
              <a:rPr lang="en-US" sz="2000" b="1" dirty="0"/>
              <a:t>trained machine learning / deep learning model</a:t>
            </a:r>
            <a:r>
              <a:rPr lang="en-US" sz="2000" dirty="0"/>
              <a:t>.</a:t>
            </a:r>
          </a:p>
          <a:p>
            <a:r>
              <a:rPr lang="en-US" sz="2000" dirty="0"/>
              <a:t>The model predicts emotions such as:</a:t>
            </a:r>
          </a:p>
          <a:p>
            <a:pPr lvl="1"/>
            <a:r>
              <a:rPr lang="en-US" sz="2000" dirty="0"/>
              <a:t>Happy</a:t>
            </a:r>
          </a:p>
          <a:p>
            <a:pPr lvl="1"/>
            <a:r>
              <a:rPr lang="en-US" sz="2000" dirty="0"/>
              <a:t>Sad</a:t>
            </a:r>
          </a:p>
          <a:p>
            <a:pPr lvl="1"/>
            <a:r>
              <a:rPr lang="en-US" sz="2000" dirty="0"/>
              <a:t>Angry</a:t>
            </a:r>
          </a:p>
          <a:p>
            <a:pPr lvl="1"/>
            <a:r>
              <a:rPr lang="en-US" sz="2000" dirty="0"/>
              <a:t>Surprise</a:t>
            </a:r>
          </a:p>
          <a:p>
            <a:pPr lvl="1"/>
            <a:r>
              <a:rPr lang="en-US" sz="2000" dirty="0"/>
              <a:t>Neutral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69742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4C242-EF4E-9BD3-8086-1962FA67F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noProof="0" dirty="0"/>
              <a:t>STEP</a:t>
            </a:r>
            <a:r>
              <a:rPr lang="en-US" noProof="0" dirty="0"/>
              <a:t> : 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42791-5FF8-4C92-4944-F732902C5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981861"/>
            <a:ext cx="10131425" cy="3649133"/>
          </a:xfrm>
        </p:spPr>
        <p:txBody>
          <a:bodyPr/>
          <a:lstStyle/>
          <a:p>
            <a:r>
              <a:rPr lang="en-US" sz="2400" b="1" noProof="0" dirty="0"/>
              <a:t>Display Emotion Output</a:t>
            </a:r>
          </a:p>
          <a:p>
            <a:r>
              <a:rPr lang="en-US" sz="2400" noProof="0" dirty="0"/>
              <a:t>The predicted emotion is displayed:</a:t>
            </a:r>
          </a:p>
          <a:p>
            <a:pPr lvl="1"/>
            <a:r>
              <a:rPr lang="en-US" sz="2400" noProof="0" dirty="0"/>
              <a:t>On the image frame (Python)</a:t>
            </a:r>
          </a:p>
          <a:p>
            <a:pPr lvl="1"/>
            <a:r>
              <a:rPr lang="en-US" sz="2400" noProof="0" dirty="0"/>
              <a:t>Or on a </a:t>
            </a:r>
            <a:r>
              <a:rPr lang="en-US" sz="2400" b="1" noProof="0" dirty="0"/>
              <a:t>web page using HTML</a:t>
            </a:r>
            <a:endParaRPr lang="en-US" sz="2400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41373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DCD7-3FA2-E7B0-B42C-0C9E0BC75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110" y="2192594"/>
            <a:ext cx="10131425" cy="1456267"/>
          </a:xfrm>
        </p:spPr>
        <p:txBody>
          <a:bodyPr>
            <a:normAutofit/>
          </a:bodyPr>
          <a:lstStyle/>
          <a:p>
            <a:r>
              <a:rPr lang="en-IN" sz="6600" dirty="0"/>
              <a:t>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24990997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32</TotalTime>
  <Words>368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Narrow</vt:lpstr>
      <vt:lpstr>Calibri</vt:lpstr>
      <vt:lpstr>Calibri Light</vt:lpstr>
      <vt:lpstr>Celestial</vt:lpstr>
      <vt:lpstr>FACE EMOTION DETECTION</vt:lpstr>
      <vt:lpstr>Introduction to Face Emotion Detection</vt:lpstr>
      <vt:lpstr>✅ Technologies Used</vt:lpstr>
      <vt:lpstr>Face detection ---|---</vt:lpstr>
      <vt:lpstr>🔹 Important Points of Face Emotion Detection  </vt:lpstr>
      <vt:lpstr>🔹 Face Emotion Detection – Working</vt:lpstr>
      <vt:lpstr>STEP BY STEP PROCES :</vt:lpstr>
      <vt:lpstr>Step 3: Feature Extraction : </vt:lpstr>
      <vt:lpstr>STEP : 4 </vt:lpstr>
      <vt:lpstr>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 MOHAMMAD</dc:creator>
  <cp:lastModifiedBy>NOOR MOHAMMAD</cp:lastModifiedBy>
  <cp:revision>1</cp:revision>
  <dcterms:created xsi:type="dcterms:W3CDTF">2025-12-29T14:07:43Z</dcterms:created>
  <dcterms:modified xsi:type="dcterms:W3CDTF">2025-12-29T14:39:54Z</dcterms:modified>
</cp:coreProperties>
</file>